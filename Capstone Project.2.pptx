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8F61-A636-C837-59F7-23DBE4E51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CA358-AB08-A30B-2213-310B0538E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5626F-E17E-13F0-6C6B-C6897FAEB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2198B-DB92-D4BF-081C-E0A0A1E0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F6CC5-DD98-7D71-A764-1832504FE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9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DD1B-7DEE-259A-E9CE-10392AAAD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2F934-C5EC-296A-1D88-BC4031F9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ED09C-81A8-7D6F-0CFC-EE12B041A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3DA43-4F70-B386-2386-D81625A0B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B3E0A-8F5B-0C87-21A9-B7394260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526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E8C04-1C08-5B56-9BEF-EB5AF934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A358D-67CF-6120-2A61-FC88AC443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37E8D-ACDF-7E6D-7590-7C383D70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4DD1C-01B8-A1B0-0EAF-343AB470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1294F-BC98-AC0D-37D7-458DB0847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18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67DCD-AB1A-8F9E-8C26-BF15F398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7B937-2413-5495-8422-D7E7EBDB2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C30D0-7896-A6F8-951A-DD0D0BA8C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A0B87-0551-211D-E841-C914AD8AC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D2BAE-E1BA-5BF4-27DA-6FED08157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13AF2-505F-DBB0-6830-2068A03B3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867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73ECA-250C-2C0A-F98D-C9627D503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3AACB-2B40-75E8-D9DB-77FDDBA57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9DA8A-E71A-5824-8E7C-CF2B1B354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1AD5D1-3CF3-EAEF-DE2C-FD969EF15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FD6481-3E60-F841-039C-0F1AFBC00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5447AB-A752-439A-872E-B88A911C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DC6CE5-434B-F76C-DF41-FD0F5F11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55D490-4AB3-1B56-536B-F401F1455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73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83856-1905-C23D-5341-525CE3A9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4273DD-DEB2-FEE7-249F-F2E31C7C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0B134-7675-2746-BA96-4A20EC63F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2DF04-F718-26A5-ADA5-A17481F1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06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13A7F7-F20F-1FAE-70B6-68D2B62FE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3F26B-53D3-B734-D1CE-AE4D3E879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498AE-6E91-2D08-BB17-7BB062DB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544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1FAA4-BF8F-200C-0631-FBE04DE7E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338E5-1385-F37D-C91F-7DDDEEA91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2AA9E-B6A9-7C42-4545-C8862F1B8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3DE13-7921-D593-43AC-18D1B5D60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A8D66-13EA-9C64-0161-5234E9D6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3EE25-AFF7-DEAA-6573-BACAD701D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482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7312A-4CDE-61B7-BB2B-6460B0132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01B74-EFD9-6ACA-0787-B21C61FF8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0D91B-EA26-001A-D64A-E771995C30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C9ADC-0935-5A30-68CF-F661A7E28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1FB7A-14F2-6134-E544-27D68541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61286-9271-2D66-63A7-08AC3517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34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E3C90-051F-D3CA-B6D3-2D3FD3C4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53067-A8BE-4081-A581-091D8419C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5EF56-FED2-5903-3B04-1E24ECE2D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72C1-3931-E44B-6D68-1B96CE86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16ED5-C2DE-CF94-9E3C-D7D89435C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671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0B266C-C365-E501-7742-020C40083A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E2D7D-5E1C-75F1-7712-C289ED225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DF060-5F79-4FB8-8EDD-C402FA199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F2607-ADFE-9B15-14AB-649FDCB9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6BED2-E765-DD2A-D0D3-8A4549494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873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5353C-E9F6-D8D8-1E0A-9A3CF3CEB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F87E1-C899-6509-5E89-C70F4228A3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206EC-7FC7-D897-6B51-482E4EAC1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E948B-CE5C-4540-8D86-989BE4A29519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E2BC-914A-955B-74A0-7A5C13DDE1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895FC-8DCA-2E0D-510F-75E1FEA4C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16FDC-644A-48CB-8B1A-E970D10B56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36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2DE96-9464-BB27-A069-F581EDC3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5177FF-5995-B16A-5695-CF7961CD4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" y="0"/>
            <a:ext cx="12190217" cy="6858000"/>
          </a:xfrm>
        </p:spPr>
      </p:pic>
    </p:spTree>
    <p:extLst>
      <p:ext uri="{BB962C8B-B14F-4D97-AF65-F5344CB8AC3E}">
        <p14:creationId xmlns:p14="http://schemas.microsoft.com/office/powerpoint/2010/main" val="713622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5A94BB-A382-70D2-A720-7CE13B221C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4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DBF9FD-3F11-A1CD-CDB9-8BE7F96C5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45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FD35EE-100E-DAE0-7BB0-A21AA735E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94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26887-76CF-7486-F3F9-F8DF7F304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6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0972E1-9DC0-DF84-415E-3010F8F72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63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013E59-33D9-230B-5309-0A262E6B0F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005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BF2ECD-7EAB-DB05-304F-9935DAEA3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7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7CE25-22C8-4E65-5AC1-C533FFD22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15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E344A9-DBF2-F2FD-CC27-365932ED5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46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Prajwal A</dc:creator>
  <cp:lastModifiedBy>Prajwal A</cp:lastModifiedBy>
  <cp:revision>1</cp:revision>
  <dcterms:created xsi:type="dcterms:W3CDTF">2025-11-15T14:48:24Z</dcterms:created>
  <dcterms:modified xsi:type="dcterms:W3CDTF">2025-11-15T14:56:41Z</dcterms:modified>
</cp:coreProperties>
</file>